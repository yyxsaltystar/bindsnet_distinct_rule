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5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2FB2C9-5CCC-24BD-9673-5070A91E3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9E52054-9061-0593-B924-D86805FD3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AC346-6077-A482-3B70-CCD6BF1B7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34C2-3EA6-4520-84A1-883BE8674F6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20CF01-3869-0133-438C-9B8C1BAD2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CD9772-30D0-2FA9-8A75-DEEADE86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3EA85-179F-4DCD-9781-672B5B6B0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380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70D45-7D06-0637-A360-69603E7A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2CE015-B227-B1A2-1795-B78735541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CC8C83-981F-E7C2-C2A3-71D552802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34C2-3EA6-4520-84A1-883BE8674F6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5BD01B-FB15-1FDD-A4A9-4F4138F02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351563-DD7E-2674-AF71-5B8E1598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3EA85-179F-4DCD-9781-672B5B6B0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255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3003E-BAF8-11B2-3B53-7430B57B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E85E59-1A77-62C0-FBC6-B9795D2EF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6527C6-66FF-0AA2-98FF-2A1C072FC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34C2-3EA6-4520-84A1-883BE8674F6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8B6ED2-1D51-4B9C-7DAD-9E516C39E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8C18DE-9B19-053C-37BF-10E25B095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3EA85-179F-4DCD-9781-672B5B6B0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95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0D0E4-EC95-573D-6222-E4A79B8CC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96ACF6-FE6E-7F0B-A8CA-C0BB5802F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361927-0857-0618-399E-91EC8CBCD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7ED2C4-43C2-EC7F-AB65-C7CD41DF1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34C2-3EA6-4520-84A1-883BE8674F6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398673-0146-A37C-5226-1B63A5FBF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AFB465-B05A-E9D1-A94F-BA2FA04F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3EA85-179F-4DCD-9781-672B5B6B0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453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B98CB-D138-E1F9-A8E8-A8A898ED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218039-1BC9-D186-0ECC-E41C808A6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F87BC1-6BD2-44A3-F60D-2498F4C46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3A85CD4-231A-58F7-50DF-78812CD190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A8F2FD-44D9-8C45-DE32-A5BF55681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A965EC-74FE-4997-1961-17501F510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34C2-3EA6-4520-84A1-883BE8674F6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E5DA235-B042-246B-0B83-4357E93CD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B993AA-F594-EE48-6674-9CB90F8B5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3EA85-179F-4DCD-9781-672B5B6B0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570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36AF7-C7B3-AFB5-1015-5E0A01E28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835AB7-D368-AFA7-F1EA-2EC32C575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34C2-3EA6-4520-84A1-883BE8674F6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9307C6-0960-4D2F-CF98-99CE46A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080ED7-A059-1261-B3B5-9D0653DE0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3EA85-179F-4DCD-9781-672B5B6B0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119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3E5A97-602D-7601-E75F-645C3DDE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34C2-3EA6-4520-84A1-883BE8674F6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3EB7C4-839C-5138-4C94-E33710569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EB1DD8-E42B-471F-9689-E4D73A726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3EA85-179F-4DCD-9781-672B5B6B0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010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5F2384-7CFE-A239-F382-CDD4B50D2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EF09D6-949D-4CF2-7E13-3D5D5A0DB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9BDAF2-EA12-D498-82DF-1E6C3F83B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35E568-B1CB-E114-B8B6-046517665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34C2-3EA6-4520-84A1-883BE8674F6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E869FF-60E3-2E25-74A5-AB5EAD17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A4D96B-0E9D-98F4-0B05-897CA801A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3EA85-179F-4DCD-9781-672B5B6B0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37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9B642-6A7F-CA22-B32F-40A49E17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43CC8C-DFBB-B12B-C656-49C5143C77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7DF19A-94B0-0A16-F0F9-C8E258F4F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F5BE09-E34E-59A7-A495-8EF47E11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34C2-3EA6-4520-84A1-883BE8674F6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2BA965-5FC6-0050-32CC-6460F0838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9F9F94-450F-6A6F-DA4B-527CF0565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3EA85-179F-4DCD-9781-672B5B6B0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785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F77AB3-FC18-AE7C-A443-003DD7B9C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C7C7BF-28C9-C26C-52BE-3280DADF5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312424-3924-82D6-AEBC-19F658D9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34C2-3EA6-4520-84A1-883BE8674F6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7593AC-BF66-E178-A8B1-B667AADBC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30BF9F-D382-1EB8-0E09-404B52CD1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3EA85-179F-4DCD-9781-672B5B6B0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465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52DC20-DC3B-9216-8516-076150F536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D0F305-CBEA-E2B8-B856-C20CCD362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AEC1F3-D0A1-35CE-FAC7-FB3147493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34C2-3EA6-4520-84A1-883BE8674F6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06C0A0-AD6E-1A3D-E720-C82132DEF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D9F091-0A39-B42F-98AC-DA210F26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3EA85-179F-4DCD-9781-672B5B6B0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816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0281BA-6D53-67EB-6793-6423573CA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265895-E1B0-DA77-C86B-3AA05A4B1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89E8DD-2EC6-6CF9-B0D7-1E7B9ACFA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E34C2-3EA6-4520-84A1-883BE8674F6C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FB59A6-93B6-F26C-FBDB-0642EEDF8E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B7737D-6EDF-8FFD-634B-BE59D9D0F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3EA85-179F-4DCD-9781-672B5B6B0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473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F1F52D1-7763-B1F6-7B43-D5E99404B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040" y="374069"/>
            <a:ext cx="9059539" cy="152421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E8F5386-694F-C3F5-E037-03A850C24753}"/>
              </a:ext>
            </a:extLst>
          </p:cNvPr>
          <p:cNvSpPr txBox="1"/>
          <p:nvPr/>
        </p:nvSpPr>
        <p:spPr>
          <a:xfrm>
            <a:off x="1766206" y="2024187"/>
            <a:ext cx="85667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原本的</a:t>
            </a:r>
            <a:r>
              <a:rPr lang="en-US" altLang="zh-CN"/>
              <a:t>STDP</a:t>
            </a:r>
            <a:r>
              <a:rPr lang="zh-CN" altLang="en-US"/>
              <a:t>部分是自己定义的，效果不佳，可移植性差</a:t>
            </a:r>
            <a:r>
              <a:rPr lang="en-US" altLang="zh-CN"/>
              <a:t>(</a:t>
            </a:r>
            <a:r>
              <a:rPr lang="zh-CN" altLang="en-US"/>
              <a:t>容易出现张量不匹配问题</a:t>
            </a:r>
            <a:r>
              <a:rPr lang="en-US" altLang="zh-CN"/>
              <a:t>)</a:t>
            </a:r>
          </a:p>
          <a:p>
            <a:r>
              <a:rPr lang="zh-CN" altLang="en-US"/>
              <a:t>使用类继承直接以</a:t>
            </a:r>
            <a:r>
              <a:rPr lang="en-US" altLang="zh-CN"/>
              <a:t>PostPre</a:t>
            </a:r>
            <a:r>
              <a:rPr lang="zh-CN" altLang="en-US"/>
              <a:t>为父类重写了一次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69BA4F-524A-79FE-7B98-A669A97D5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3838168"/>
            <a:ext cx="4789370" cy="257317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167FBFF-BAAF-D71F-AF59-B587D1DB6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46" y="3429000"/>
            <a:ext cx="3534678" cy="112563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DE75D3C-8E94-4EED-81A8-2153C63EA0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248" y="5222117"/>
            <a:ext cx="2283874" cy="121371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28EF7B0-DF18-AB2F-03E3-B95E31690C58}"/>
              </a:ext>
            </a:extLst>
          </p:cNvPr>
          <p:cNvSpPr txBox="1"/>
          <p:nvPr/>
        </p:nvSpPr>
        <p:spPr>
          <a:xfrm>
            <a:off x="1696669" y="455463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定义</a:t>
            </a:r>
            <a:r>
              <a:rPr lang="en-US" altLang="zh-CN"/>
              <a:t>nu_spacial</a:t>
            </a:r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2F4E530-0CA2-D927-FF4E-7A890D492A8D}"/>
              </a:ext>
            </a:extLst>
          </p:cNvPr>
          <p:cNvSpPr txBox="1"/>
          <p:nvPr/>
        </p:nvSpPr>
        <p:spPr>
          <a:xfrm>
            <a:off x="1766206" y="6435833"/>
            <a:ext cx="1430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定义</a:t>
            </a:r>
            <a:r>
              <a:rPr lang="en-US" altLang="zh-CN"/>
              <a:t>nu_stdp</a:t>
            </a:r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2C7BF20-30A8-931E-5FE3-425E57B62C6B}"/>
              </a:ext>
            </a:extLst>
          </p:cNvPr>
          <p:cNvCxnSpPr/>
          <p:nvPr/>
        </p:nvCxnSpPr>
        <p:spPr>
          <a:xfrm>
            <a:off x="4394579" y="3991819"/>
            <a:ext cx="2026693" cy="932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5D392C1-CD83-2B66-2131-5C7978719463}"/>
              </a:ext>
            </a:extLst>
          </p:cNvPr>
          <p:cNvCxnSpPr/>
          <p:nvPr/>
        </p:nvCxnSpPr>
        <p:spPr>
          <a:xfrm flipV="1">
            <a:off x="3773606" y="5057225"/>
            <a:ext cx="2674961" cy="846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9CC3DA7-2699-03EF-FDFD-CEF97C3BD467}"/>
              </a:ext>
            </a:extLst>
          </p:cNvPr>
          <p:cNvCxnSpPr/>
          <p:nvPr/>
        </p:nvCxnSpPr>
        <p:spPr>
          <a:xfrm>
            <a:off x="0" y="317310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988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CC1FB50-2E07-1B12-02E0-D90974106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93" y="2081283"/>
            <a:ext cx="2009585" cy="227293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DD2E233-20B7-3710-9534-E59E65F8F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033" y="1986479"/>
            <a:ext cx="3892299" cy="247292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9CE93D8-CEF0-19E7-3924-C7733960E293}"/>
              </a:ext>
            </a:extLst>
          </p:cNvPr>
          <p:cNvSpPr txBox="1"/>
          <p:nvPr/>
        </p:nvSpPr>
        <p:spPr>
          <a:xfrm>
            <a:off x="702714" y="375314"/>
            <a:ext cx="226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一维</a:t>
            </a:r>
            <a:r>
              <a:rPr lang="en-US" altLang="zh-CN"/>
              <a:t>/</a:t>
            </a:r>
            <a:r>
              <a:rPr lang="zh-CN" altLang="en-US"/>
              <a:t>三维卷积</a:t>
            </a:r>
            <a:r>
              <a:rPr lang="en-US" altLang="zh-CN"/>
              <a:t>+SNN</a:t>
            </a:r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5E78AF2-27A4-865B-CE28-F5B0C4894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702" y="2240615"/>
            <a:ext cx="3300552" cy="195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754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376A5EE-B4D3-84CE-C71D-D9246F614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18" y="747497"/>
            <a:ext cx="5159778" cy="38381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E508AA0-AB63-4CBE-125A-DE6888955A50}"/>
              </a:ext>
            </a:extLst>
          </p:cNvPr>
          <p:cNvSpPr txBox="1"/>
          <p:nvPr/>
        </p:nvSpPr>
        <p:spPr>
          <a:xfrm>
            <a:off x="348018" y="173870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Dot_tracing</a:t>
            </a:r>
            <a:r>
              <a:rPr lang="zh-CN" altLang="en-US"/>
              <a:t>强化学习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27DF962-26DC-C91C-1028-2D1900773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10" y="1494429"/>
            <a:ext cx="3522779" cy="300521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EB431FD-373B-6910-C775-37490F892B36}"/>
              </a:ext>
            </a:extLst>
          </p:cNvPr>
          <p:cNvSpPr txBox="1"/>
          <p:nvPr/>
        </p:nvSpPr>
        <p:spPr>
          <a:xfrm>
            <a:off x="436728" y="4585648"/>
            <a:ext cx="48654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循环连接层</a:t>
            </a:r>
            <a:r>
              <a:rPr lang="en-US" altLang="zh-CN"/>
              <a:t>(</a:t>
            </a:r>
            <a:r>
              <a:rPr lang="zh-CN" altLang="en-US"/>
              <a:t>用于记忆</a:t>
            </a:r>
            <a:r>
              <a:rPr lang="en-US" altLang="zh-CN"/>
              <a:t>)</a:t>
            </a:r>
            <a:r>
              <a:rPr lang="zh-CN" altLang="en-US"/>
              <a:t>运用</a:t>
            </a:r>
            <a:r>
              <a:rPr lang="zh-CN" altLang="en-US" b="1"/>
              <a:t>空间学习法则</a:t>
            </a:r>
            <a:r>
              <a:rPr lang="en-US" altLang="zh-CN" b="1"/>
              <a:t>+stdp</a:t>
            </a:r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13BFE88-600A-A3E1-FB17-0C192DEDE8D9}"/>
              </a:ext>
            </a:extLst>
          </p:cNvPr>
          <p:cNvSpPr txBox="1"/>
          <p:nvPr/>
        </p:nvSpPr>
        <p:spPr>
          <a:xfrm>
            <a:off x="348018" y="5787337"/>
            <a:ext cx="11684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使用 </a:t>
            </a:r>
            <a:r>
              <a:rPr lang="en-US" altLang="zh-CN"/>
              <a:t>softmax </a:t>
            </a:r>
            <a:r>
              <a:rPr lang="zh-CN" altLang="en-US"/>
              <a:t>把输出层神经元的脉冲活动转换为动作概率分布； 然后用 </a:t>
            </a:r>
            <a:r>
              <a:rPr lang="en-US" altLang="zh-CN"/>
              <a:t>torch.multinomial </a:t>
            </a:r>
            <a:r>
              <a:rPr lang="zh-CN" altLang="en-US"/>
              <a:t>从这个分布中采样出一个动作。 进行了这一步之后，如果我们的位置</a:t>
            </a:r>
            <a:r>
              <a:rPr lang="zh-CN" altLang="en-US" b="1"/>
              <a:t>离目标的小点更近了，就增强这一步相关的神经元之间的连接。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EFD1AD7-6177-F4D0-8591-C470F4CBF4B8}"/>
              </a:ext>
            </a:extLst>
          </p:cNvPr>
          <p:cNvSpPr txBox="1"/>
          <p:nvPr/>
        </p:nvSpPr>
        <p:spPr>
          <a:xfrm>
            <a:off x="348018" y="5418005"/>
            <a:ext cx="3944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强化学习：</a:t>
            </a:r>
          </a:p>
        </p:txBody>
      </p:sp>
    </p:spTree>
    <p:extLst>
      <p:ext uri="{BB962C8B-B14F-4D97-AF65-F5344CB8AC3E}">
        <p14:creationId xmlns:p14="http://schemas.microsoft.com/office/powerpoint/2010/main" val="2446287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92A217A-08E3-EB08-FDC2-C978A6F7D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1" y="1639297"/>
            <a:ext cx="5039428" cy="301984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C83E5E0-17A1-EA82-F703-BA1B4C830207}"/>
              </a:ext>
            </a:extLst>
          </p:cNvPr>
          <p:cNvSpPr txBox="1"/>
          <p:nvPr/>
        </p:nvSpPr>
        <p:spPr>
          <a:xfrm>
            <a:off x="723331" y="614149"/>
            <a:ext cx="3488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Tensorboard</a:t>
            </a:r>
            <a:r>
              <a:rPr lang="zh-CN" altLang="en-US"/>
              <a:t>可视化</a:t>
            </a:r>
            <a:r>
              <a:rPr lang="en-US" altLang="zh-CN"/>
              <a:t>(</a:t>
            </a:r>
            <a:r>
              <a:rPr lang="zh-CN" altLang="en-US"/>
              <a:t>想要进一步</a:t>
            </a:r>
            <a:r>
              <a:rPr lang="en-US" altLang="zh-CN"/>
              <a:t>)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40FD6B-57E9-CA70-5C61-3D88693DB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961" y="1590230"/>
            <a:ext cx="2743598" cy="311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96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138</Words>
  <Application>Microsoft Office PowerPoint</Application>
  <PresentationFormat>宽屏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Onestar Salt</dc:creator>
  <cp:lastModifiedBy>Onestar Salt</cp:lastModifiedBy>
  <cp:revision>2</cp:revision>
  <dcterms:created xsi:type="dcterms:W3CDTF">2025-07-19T04:04:02Z</dcterms:created>
  <dcterms:modified xsi:type="dcterms:W3CDTF">2025-07-19T05:25:21Z</dcterms:modified>
</cp:coreProperties>
</file>