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5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D3C83F-B762-8D1A-89EB-9A27D867D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AE59242-B6F0-B5E7-DF4F-8ED322208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4F0CAA-6E28-3785-DC7D-3DB06BE21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F2D4-63E1-41BD-B556-F04C42454A71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5D4B0B-CC8B-B88A-E22D-89E45400B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B64BE1-7CDE-CDE4-84F7-7C143AF4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C9CF-1DC8-4DA6-BAD1-77B615B74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471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5CE28-716F-E37F-6237-859C13F9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E26FF7-2512-FC48-5400-3D8B5278C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162859-5547-C9CF-D565-0FC23F752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F2D4-63E1-41BD-B556-F04C42454A71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349B58-529E-B937-B940-9891E6DB2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A44DDD-3F42-5CC3-6A71-F79F959F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C9CF-1DC8-4DA6-BAD1-77B615B74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69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25339-61B0-FB9B-B427-BAEA78CCC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84B7F3-2FC1-9B89-F385-0D9D9AB12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9CB364-6461-BAB1-D4E2-9EACC9A7F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F2D4-63E1-41BD-B556-F04C42454A71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7565D6-3748-9EF1-3BD1-F979EC9E2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AB051B-AADB-8580-0659-A8EB59F0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C9CF-1DC8-4DA6-BAD1-77B615B74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786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DC175-BF8F-AD9A-60E7-FDBB45F4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F551EB-6E02-89EF-6532-279EF7AA1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D98AC9-D5FA-B435-60CE-DE740B4CC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1D354D-C231-430E-CD23-2FF0B8DB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F2D4-63E1-41BD-B556-F04C42454A71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20429B-861F-D8B0-4A6A-B1F78E37E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659EAE-D50D-DB51-569B-E8BE377F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C9CF-1DC8-4DA6-BAD1-77B615B74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140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6D4E4-0019-69B2-DDF3-371C1BC4E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A6A3FF-D885-1383-0C44-42B69C486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4523C3-BBC6-E095-351D-3F79D0C51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47D131-F4A0-5A69-2D1B-9E0942BAD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5635B1-FC70-F0B0-EA92-0FE22CBA8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081161-C468-E54E-F6C1-D97DDC315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F2D4-63E1-41BD-B556-F04C42454A71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5165FF0-4528-9D15-1C4E-721244E7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5562AA-0FEA-8C2F-BDF2-7C531AA4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C9CF-1DC8-4DA6-BAD1-77B615B74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196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227E3-D3E5-EC1F-84B8-90E37A2E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412382-7C3E-9835-9254-DFF9CD7F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F2D4-63E1-41BD-B556-F04C42454A71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C92536-81A3-57F0-EF33-45A64B23C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6BF71B-7323-A976-2B02-59CEE8B7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C9CF-1DC8-4DA6-BAD1-77B615B74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745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97906C-554C-F91E-8765-8B807CAEF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F2D4-63E1-41BD-B556-F04C42454A71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3C3219-3F04-5C30-5BC3-E7A5C10EE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CD6ADC-49C0-0CC2-BC5C-00D5BAAE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C9CF-1DC8-4DA6-BAD1-77B615B74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98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0AB56-3E9F-8E32-9B2A-02443AE5F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7329A1-20F6-D5C3-24D7-5E1BE20D8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12018F-1BA5-71D8-A8F7-9BD85480B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56D243-0C1A-91F5-DD62-D6287079B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F2D4-63E1-41BD-B556-F04C42454A71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4B196-2A0D-9A0C-1E0B-472F6AEF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B97832-3BAC-B082-C16F-EC30CFF25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C9CF-1DC8-4DA6-BAD1-77B615B74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818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EF754-247F-C442-D4BC-7DF4313D7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1443607-1F96-2E8E-D830-86EB9CB6D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205D6E-B53D-EAA8-E315-50E0A5C97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68D37D-3996-CF15-CDBB-6DEBEE4EC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F2D4-63E1-41BD-B556-F04C42454A71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7DD078-FEF7-407C-08C3-7EB4B742A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B4401E-56F0-E18E-A952-B626D5262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C9CF-1DC8-4DA6-BAD1-77B615B74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87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995AD5-94FC-0C18-C1B8-F25548A47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BEB38E-55C9-C14D-3490-96F5ACB6C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A3E7EA-A352-1AFB-052F-850E2E504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F2D4-63E1-41BD-B556-F04C42454A71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4A1E8E-4164-E087-0697-6BD5B818C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7C1B59-5E3D-9982-B578-936A7A506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C9CF-1DC8-4DA6-BAD1-77B615B74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335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80B0F0-3894-8056-8EAB-6D0D4E34C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6BDE43-7172-CE63-A8DE-2F4C13E0B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B6ECFF-29FF-080C-695B-929C5E44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5F2D4-63E1-41BD-B556-F04C42454A71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1F78DC-FA70-E04D-71BF-AB27DE62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C36A85-EA56-460E-7BEE-03672567E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9C9CF-1DC8-4DA6-BAD1-77B615B74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374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A28528-19E6-4B5A-55B0-F18860E72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0F9040-3464-42C3-2D38-4B6D2D116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010CD9-5E5D-8C4D-27BD-50043AB8A4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5F2D4-63E1-41BD-B556-F04C42454A71}" type="datetimeFigureOut">
              <a:rPr lang="zh-CN" altLang="en-US" smtClean="0"/>
              <a:t>2025/7/5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ACC058-1D5A-B5E7-E11A-9B8E83CACD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F888D-A6E0-3B5F-00C9-807307BA0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9C9CF-1DC8-4DA6-BAD1-77B615B74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508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480A7A-F22C-D839-9A60-2AF46549F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98178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err="1"/>
              <a:t>Spacial</a:t>
            </a:r>
            <a:r>
              <a:rPr lang="en-US" altLang="zh-CN"/>
              <a:t>_Learning_Rule</a:t>
            </a:r>
            <a:br>
              <a:rPr lang="en-US" altLang="zh-CN"/>
            </a:br>
            <a:r>
              <a:rPr lang="zh-CN" altLang="en-US"/>
              <a:t>现阶段问题、改进方向</a:t>
            </a:r>
          </a:p>
        </p:txBody>
      </p:sp>
    </p:spTree>
    <p:extLst>
      <p:ext uri="{BB962C8B-B14F-4D97-AF65-F5344CB8AC3E}">
        <p14:creationId xmlns:p14="http://schemas.microsoft.com/office/powerpoint/2010/main" val="1515317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DD4A6FA-797A-3BEA-AEDB-86BCA35D6B1C}"/>
              </a:ext>
            </a:extLst>
          </p:cNvPr>
          <p:cNvSpPr txBox="1"/>
          <p:nvPr/>
        </p:nvSpPr>
        <p:spPr>
          <a:xfrm>
            <a:off x="682799" y="4058060"/>
            <a:ext cx="67620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新规则中</a:t>
            </a:r>
            <a:r>
              <a:rPr lang="en-US" altLang="zh-CN"/>
              <a:t>Clamp</a:t>
            </a:r>
            <a:r>
              <a:rPr lang="zh-CN" altLang="en-US"/>
              <a:t>有没有正确使用：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训练时几乎强依赖于</a:t>
            </a:r>
            <a:r>
              <a:rPr lang="en-US" altLang="zh-CN"/>
              <a:t>clamp</a:t>
            </a:r>
            <a:r>
              <a:rPr lang="zh-CN" altLang="en-US"/>
              <a:t>，很难看出</a:t>
            </a:r>
            <a:r>
              <a:rPr lang="en-US" altLang="zh-CN"/>
              <a:t>clamp</a:t>
            </a:r>
            <a:r>
              <a:rPr lang="zh-CN" altLang="en-US"/>
              <a:t>之外其他学习法则的影响</a:t>
            </a:r>
            <a:endParaRPr lang="en-US" altLang="zh-CN"/>
          </a:p>
          <a:p>
            <a:r>
              <a:rPr lang="en-US" altLang="zh-CN"/>
              <a:t>2.Clamp</a:t>
            </a:r>
            <a:r>
              <a:rPr lang="zh-CN" altLang="en-US"/>
              <a:t>机制：随机让一个神经元在</a:t>
            </a:r>
            <a:r>
              <a:rPr lang="en-US" altLang="zh-CN"/>
              <a:t>250</a:t>
            </a:r>
            <a:r>
              <a:rPr lang="zh-CN" altLang="en-US"/>
              <a:t>个时间步都强制发放脉冲，对于</a:t>
            </a:r>
            <a:r>
              <a:rPr lang="en-US" altLang="zh-CN"/>
              <a:t>stdp</a:t>
            </a:r>
            <a:r>
              <a:rPr lang="zh-CN" altLang="en-US"/>
              <a:t>来说，</a:t>
            </a:r>
            <a:endParaRPr lang="en-US" altLang="zh-CN"/>
          </a:p>
          <a:p>
            <a:r>
              <a:rPr lang="en-US" altLang="zh-CN"/>
              <a:t>Nu=[1e-1,1e-3]</a:t>
            </a:r>
            <a:r>
              <a:rPr lang="zh-CN" altLang="en-US"/>
              <a:t>使其时间序列上的正向加强远大于反向减弱，只需一个样本就能使一个被</a:t>
            </a:r>
            <a:r>
              <a:rPr lang="en-US" altLang="zh-CN"/>
              <a:t>clamp</a:t>
            </a:r>
            <a:r>
              <a:rPr lang="zh-CN" altLang="en-US"/>
              <a:t>的兴奋层</a:t>
            </a:r>
            <a:endParaRPr lang="en-US" altLang="zh-CN"/>
          </a:p>
          <a:p>
            <a:r>
              <a:rPr lang="zh-CN" altLang="en-US"/>
              <a:t>上的神经元学习到很明显的特征</a:t>
            </a:r>
            <a:endParaRPr lang="en-US" altLang="zh-CN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0B4F09A-57FE-6411-3122-0A23BBFFA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78" y="3508059"/>
            <a:ext cx="2564238" cy="28583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DC24368-3F3D-E576-9398-EAE48E4B6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866" y="372901"/>
            <a:ext cx="5345919" cy="3151349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455CAD5-DB00-897F-1393-97CF52011F76}"/>
              </a:ext>
            </a:extLst>
          </p:cNvPr>
          <p:cNvCxnSpPr/>
          <p:nvPr/>
        </p:nvCxnSpPr>
        <p:spPr>
          <a:xfrm flipV="1">
            <a:off x="5187950" y="5702300"/>
            <a:ext cx="3180428" cy="247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52DACED-99A5-9FDE-A626-837789E54786}"/>
              </a:ext>
            </a:extLst>
          </p:cNvPr>
          <p:cNvCxnSpPr/>
          <p:nvPr/>
        </p:nvCxnSpPr>
        <p:spPr>
          <a:xfrm flipH="1" flipV="1">
            <a:off x="5632450" y="2305050"/>
            <a:ext cx="419100" cy="2686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430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18FE364-287B-1CAE-69DE-DCEB95A1C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761" y="635455"/>
            <a:ext cx="2564239" cy="286803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02BBAE6-368A-6562-7703-D367DDF90464}"/>
              </a:ext>
            </a:extLst>
          </p:cNvPr>
          <p:cNvSpPr txBox="1"/>
          <p:nvPr/>
        </p:nvSpPr>
        <p:spPr>
          <a:xfrm>
            <a:off x="1825625" y="4310987"/>
            <a:ext cx="100255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在新的学习法则中。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Clamp</a:t>
            </a:r>
            <a:r>
              <a:rPr lang="zh-CN" altLang="en-US"/>
              <a:t>机制导致兴奋层神经元过度激活，其余特征无法在提取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疑惑：那为什么训练集的时候还能保持那么高的正确率？（虽然是训练集，无法体现泛化能力）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06E7449-0009-76D2-48CB-3980ACE99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5" y="464286"/>
            <a:ext cx="9392961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3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8BC443-792C-D4AD-BA2E-A73A6C52EDDE}"/>
              </a:ext>
            </a:extLst>
          </p:cNvPr>
          <p:cNvSpPr txBox="1"/>
          <p:nvPr/>
        </p:nvSpPr>
        <p:spPr>
          <a:xfrm>
            <a:off x="2370352" y="1951672"/>
            <a:ext cx="39084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伪代码：</a:t>
            </a:r>
            <a:endParaRPr lang="en-US" altLang="zh-CN"/>
          </a:p>
          <a:p>
            <a:r>
              <a:rPr lang="en-US" altLang="zh-CN"/>
              <a:t>If</a:t>
            </a:r>
            <a:r>
              <a:rPr lang="zh-CN" altLang="en-US"/>
              <a:t>：该兴奋层神经元没被</a:t>
            </a:r>
            <a:r>
              <a:rPr lang="en-US" altLang="zh-CN"/>
              <a:t>clamp</a:t>
            </a:r>
            <a:r>
              <a:rPr lang="zh-CN" altLang="en-US"/>
              <a:t>选中：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使用学习法则</a:t>
            </a:r>
            <a:endParaRPr lang="en-US" altLang="zh-CN"/>
          </a:p>
          <a:p>
            <a:r>
              <a:rPr lang="en-US" altLang="zh-CN"/>
              <a:t>else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禁用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6BDFFF-AFA0-1441-B99A-0B4283789E46}"/>
              </a:ext>
            </a:extLst>
          </p:cNvPr>
          <p:cNvSpPr txBox="1"/>
          <p:nvPr/>
        </p:nvSpPr>
        <p:spPr>
          <a:xfrm>
            <a:off x="965463" y="526587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/>
              <a:t>方案一：增加判断语句？</a:t>
            </a:r>
          </a:p>
        </p:txBody>
      </p:sp>
    </p:spTree>
    <p:extLst>
      <p:ext uri="{BB962C8B-B14F-4D97-AF65-F5344CB8AC3E}">
        <p14:creationId xmlns:p14="http://schemas.microsoft.com/office/powerpoint/2010/main" val="1516894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FC15BD6-8141-BE7F-97A4-6315327D15B1}"/>
              </a:ext>
            </a:extLst>
          </p:cNvPr>
          <p:cNvCxnSpPr>
            <a:cxnSpLocks/>
          </p:cNvCxnSpPr>
          <p:nvPr/>
        </p:nvCxnSpPr>
        <p:spPr>
          <a:xfrm>
            <a:off x="2504364" y="1899862"/>
            <a:ext cx="5433136" cy="10723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2BEDACF0-3D3F-BC5F-91BE-7411F6598B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10" t="10887" r="42187" b="12125"/>
          <a:stretch>
            <a:fillRect/>
          </a:stretch>
        </p:blipFill>
        <p:spPr>
          <a:xfrm rot="10800000">
            <a:off x="7603543" y="609706"/>
            <a:ext cx="2292823" cy="483290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B7AEF80-1699-504C-801E-7E4F68F058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069" t="17715" r="39446" b="26319"/>
          <a:stretch>
            <a:fillRect/>
          </a:stretch>
        </p:blipFill>
        <p:spPr>
          <a:xfrm flipH="1">
            <a:off x="1364776" y="1109893"/>
            <a:ext cx="2527109" cy="370536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56E8C4C-4C36-F3E4-45B2-90053F204B8A}"/>
              </a:ext>
            </a:extLst>
          </p:cNvPr>
          <p:cNvSpPr txBox="1"/>
          <p:nvPr/>
        </p:nvSpPr>
        <p:spPr>
          <a:xfrm>
            <a:off x="2990676" y="4815262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(32*32)</a:t>
            </a:r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A100157-622F-910E-4531-F14BB02C6321}"/>
              </a:ext>
            </a:extLst>
          </p:cNvPr>
          <p:cNvSpPr txBox="1"/>
          <p:nvPr/>
        </p:nvSpPr>
        <p:spPr>
          <a:xfrm>
            <a:off x="2089467" y="4486939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(10*10)</a:t>
            </a:r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BFDE2D-C419-2A06-D71A-AFCF70D26DF1}"/>
              </a:ext>
            </a:extLst>
          </p:cNvPr>
          <p:cNvSpPr txBox="1"/>
          <p:nvPr/>
        </p:nvSpPr>
        <p:spPr>
          <a:xfrm>
            <a:off x="6148566" y="3569384"/>
            <a:ext cx="1358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每个兴奋层</a:t>
            </a:r>
            <a:endParaRPr lang="en-US" altLang="zh-CN"/>
          </a:p>
          <a:p>
            <a:r>
              <a:rPr lang="zh-CN" altLang="en-US"/>
              <a:t>神经元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6E376C9-3824-E0DC-A8A5-EDEA70B327D0}"/>
              </a:ext>
            </a:extLst>
          </p:cNvPr>
          <p:cNvSpPr txBox="1"/>
          <p:nvPr/>
        </p:nvSpPr>
        <p:spPr>
          <a:xfrm>
            <a:off x="6148566" y="4812930"/>
            <a:ext cx="2151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每个的感受野</a:t>
            </a:r>
            <a:r>
              <a:rPr lang="en-US" altLang="zh-CN"/>
              <a:t>32*32</a:t>
            </a:r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63507C6-AD8E-D362-231B-B48DB84DB452}"/>
              </a:ext>
            </a:extLst>
          </p:cNvPr>
          <p:cNvSpPr txBox="1"/>
          <p:nvPr/>
        </p:nvSpPr>
        <p:spPr>
          <a:xfrm>
            <a:off x="686063" y="422512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/>
              <a:t>方案二：改为兴奋层独立运行，互不干涉？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7FFA835-B056-91F9-7380-65C4D849A70B}"/>
              </a:ext>
            </a:extLst>
          </p:cNvPr>
          <p:cNvSpPr txBox="1"/>
          <p:nvPr/>
        </p:nvSpPr>
        <p:spPr>
          <a:xfrm>
            <a:off x="3091559" y="5876831"/>
            <a:ext cx="6856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生物解释性也更强：生物看到的是连续的画面，所以用邻域增强</a:t>
            </a:r>
            <a:endParaRPr lang="en-US" altLang="zh-CN"/>
          </a:p>
          <a:p>
            <a:r>
              <a:rPr lang="zh-CN" altLang="en-US"/>
              <a:t>将兴奋层看为是细胞体，</a:t>
            </a:r>
            <a:r>
              <a:rPr lang="en-US" altLang="zh-CN"/>
              <a:t>input</a:t>
            </a:r>
            <a:r>
              <a:rPr lang="zh-CN" altLang="en-US"/>
              <a:t>层是树突，而不是原本的同级结构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4968F60-37E5-00DC-DDE8-0F5FAE1BE6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32" t="14780" r="-1"/>
          <a:stretch>
            <a:fillRect/>
          </a:stretch>
        </p:blipFill>
        <p:spPr>
          <a:xfrm>
            <a:off x="1213503" y="5373616"/>
            <a:ext cx="1243947" cy="1197843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2D6005B-2B71-1684-4C33-52BFBF017F6D}"/>
              </a:ext>
            </a:extLst>
          </p:cNvPr>
          <p:cNvCxnSpPr/>
          <p:nvPr/>
        </p:nvCxnSpPr>
        <p:spPr>
          <a:xfrm flipH="1" flipV="1">
            <a:off x="1943100" y="6115050"/>
            <a:ext cx="3105150" cy="23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D3D0F2A-4A50-7A90-56A2-7AEF843E6C3E}"/>
              </a:ext>
            </a:extLst>
          </p:cNvPr>
          <p:cNvCxnSpPr/>
          <p:nvPr/>
        </p:nvCxnSpPr>
        <p:spPr>
          <a:xfrm flipH="1" flipV="1">
            <a:off x="1981200" y="5613400"/>
            <a:ext cx="4846679" cy="736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603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F0058A5-5CFB-80D8-5DA8-DA1253A5151D}"/>
              </a:ext>
            </a:extLst>
          </p:cNvPr>
          <p:cNvSpPr txBox="1"/>
          <p:nvPr/>
        </p:nvSpPr>
        <p:spPr>
          <a:xfrm>
            <a:off x="330200" y="91353"/>
            <a:ext cx="100976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其他想法：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加入交叉验证、提前停止，防止过拟合浪费时间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除了图像数据集之外，看看类似于</a:t>
            </a:r>
            <a:r>
              <a:rPr lang="en-US" altLang="zh-CN"/>
              <a:t>CNN</a:t>
            </a:r>
            <a:r>
              <a:rPr lang="zh-CN" altLang="en-US"/>
              <a:t>的特征提取、</a:t>
            </a:r>
            <a:r>
              <a:rPr lang="en-US" altLang="zh-CN"/>
              <a:t>dot tracing</a:t>
            </a:r>
            <a:r>
              <a:rPr lang="zh-CN" altLang="en-US"/>
              <a:t>能不能使用</a:t>
            </a:r>
            <a:endParaRPr lang="en-US" altLang="zh-CN"/>
          </a:p>
          <a:p>
            <a:r>
              <a:rPr lang="zh-CN" altLang="en-US"/>
              <a:t>但是</a:t>
            </a:r>
            <a:r>
              <a:rPr lang="en-US" altLang="zh-CN"/>
              <a:t>SNN</a:t>
            </a:r>
            <a:r>
              <a:rPr lang="zh-CN" altLang="en-US"/>
              <a:t>的卷积似乎也是直接使用卷积核、池化层，获得了最终的数据之后才放入</a:t>
            </a:r>
            <a:r>
              <a:rPr lang="en-US" altLang="zh-CN"/>
              <a:t>SNN</a:t>
            </a:r>
            <a:r>
              <a:rPr lang="zh-CN" altLang="en-US"/>
              <a:t>的神经网络</a:t>
            </a:r>
            <a:endParaRPr lang="en-US" altLang="zh-CN"/>
          </a:p>
          <a:p>
            <a:r>
              <a:rPr lang="zh-CN" altLang="en-US"/>
              <a:t>提取特征不依赖于脉冲神经网络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276727-18F1-054C-9A12-AE427294E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6094"/>
            <a:ext cx="12192000" cy="449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04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302A4D3-0177-F739-6929-85C71C77B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77"/>
            <a:ext cx="12192000" cy="683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16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302</Words>
  <Application>Microsoft Office PowerPoint</Application>
  <PresentationFormat>宽屏</PresentationFormat>
  <Paragraphs>32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Spacial_Learning_Rule 现阶段问题、改进方向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Onestar Salt</dc:creator>
  <cp:lastModifiedBy>Onestar Salt</cp:lastModifiedBy>
  <cp:revision>5</cp:revision>
  <dcterms:created xsi:type="dcterms:W3CDTF">2025-07-01T07:57:40Z</dcterms:created>
  <dcterms:modified xsi:type="dcterms:W3CDTF">2025-07-04T19:21:56Z</dcterms:modified>
</cp:coreProperties>
</file>